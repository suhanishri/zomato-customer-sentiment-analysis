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2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64592" cy="3474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4128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</a:rPr>
              <a:t>MBA Project Presentation | Review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30632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Prepared by: Suhani Shrivastava (24EMBA1442)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Guide: Dr. Suraj PG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VIT Online Learning Program | May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0972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Project Focus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0" y="1920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58200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Zomato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239572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58200" y="24688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Play reviews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2871216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58200" y="294436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+ theme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0" y="3346704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58200" y="34198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Brand strategy insights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Uses Google Play Store reviews to understand customer perception of Zomato.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1</a:t>
            </a:r>
            <a:endParaRPr lang="en-US" sz="9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9D01F88-302C-6E9C-390D-59715CFA0A56}"/>
              </a:ext>
            </a:extLst>
          </p:cNvPr>
          <p:cNvSpPr/>
          <p:nvPr/>
        </p:nvSpPr>
        <p:spPr>
          <a:xfrm>
            <a:off x="1024128" y="978408"/>
            <a:ext cx="8869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Analyzing Customer Sentiment Toward Zomato</a:t>
            </a:r>
          </a:p>
          <a:p>
            <a:r>
              <a:rPr lang="en-US" sz="2400" dirty="0"/>
              <a:t>Using Google Play Store Reviews: </a:t>
            </a:r>
          </a:p>
          <a:p>
            <a:r>
              <a:rPr lang="en-US" sz="2400" dirty="0"/>
              <a:t>Implications for Brand Strategy and </a:t>
            </a:r>
          </a:p>
          <a:p>
            <a:r>
              <a:rPr lang="en-US" sz="2400" dirty="0"/>
              <a:t>Customer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Why this study matters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Zomato receives a large volume of app reviews that reflect real customer experiences with delivery, refunds, pricing, customer support, trust, and app usability.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reviews shape brand perception and future customer decisions, but the data is unstructured and difficult to interpret manually at scale.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star rating shows satisfaction level, but not the specific reasons behind praise, frustration, or repeated complaints.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NLP-based review analysis can convert this feedback into actionable insights for customer experience improvement and brand strategy.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65008" y="5285232"/>
            <a:ext cx="3291840" cy="676656"/>
          </a:xfrm>
          <a:prstGeom prst="roundRect">
            <a:avLst>
              <a:gd name="adj" fmla="val 675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47888" y="5513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</a:rPr>
              <a:t>Core challenge: turning raw reviews into strategic decisions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 and Research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Study direction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303520" cy="4389120"/>
          </a:xfrm>
          <a:prstGeom prst="roundRect">
            <a:avLst>
              <a:gd name="adj" fmla="val 1250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87552" y="1490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</a:rPr>
              <a:t>Aim of the Project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4617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To analyze customer sentiment toward Zomato through Google Play Store reviews and derive actionable insights that support stronger brand strategy and better customer experience decisions.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0196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4C7"/>
                </a:solidFill>
              </a:rPr>
              <a:t>Research Question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01968" y="1993392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How can NLP-based analysis of Zomato app reviews help identify customer sentiment, dominant service issues, and improvement opportunities for brand strategy?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What the project will deliver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and preprocess Zomato-related Google Play Store reviews.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reviews into positive, negative, and neutral sentiment categories.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major themes such as delivery, refund and cancellation, app experience, customer support, pricing, and trust.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theme-wise sentiment patterns to understand customer pain points and strengths.</a:t>
            </a:r>
          </a:p>
          <a:p>
            <a:pPr marL="685800" lvl="1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</a:rPr>
              <a:t>E.g. </a:t>
            </a:r>
            <a:r>
              <a:rPr lang="en-US" dirty="0"/>
              <a:t>if refund and cancellation reviews are mostly negative, that indicates a major customer pain point. If app experience reviews are more positive, that suggests a relative strength. </a:t>
            </a:r>
          </a:p>
          <a:p>
            <a:pPr marL="685800" lvl="1" indent="-228600">
              <a:buSzPct val="100000"/>
              <a:buChar char="•"/>
            </a:pPr>
            <a:r>
              <a:rPr lang="en-US" dirty="0"/>
              <a:t>Analysis tells us not just whether customers are happy or unhappy, but exactly </a:t>
            </a:r>
            <a:r>
              <a:rPr lang="en-US" i="1" dirty="0"/>
              <a:t>where</a:t>
            </a:r>
            <a:r>
              <a:rPr lang="en-US" dirty="0"/>
              <a:t> Zomato is performing well and where it needs improvement.</a:t>
            </a:r>
          </a:p>
          <a:p>
            <a:pPr marL="685800" lvl="1" indent="-228600">
              <a:buSzPct val="100000"/>
              <a:buChar char="•"/>
            </a:pPr>
            <a:r>
              <a:rPr lang="en-US" dirty="0"/>
              <a:t>Separate operational pain points from brand strengths</a:t>
            </a:r>
            <a:endParaRPr lang="en-US" sz="2000" dirty="0">
              <a:solidFill>
                <a:srgbClr val="111827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findings into practical recommendations for brand strategy and customer experience improvement.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of the Study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Study boundaries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6984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</a:rPr>
              <a:t>Included in 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938528"/>
            <a:ext cx="45262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Zomato as the primary brand under study.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Play Store reviews as the main data source.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retrieval modes: newest, most relevant, and rating-based.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language review exports after cleaning and deduplication.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Later-stage competitor comparison with Swiggy as supporting context.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10528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Outside Main 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1938528"/>
            <a:ext cx="4553712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social media sources such as YouTube or Reddit are not part of the core study presentation.</a:t>
            </a:r>
            <a:r>
              <a:rPr lang="en-US" sz="1700" dirty="0"/>
              <a:t> </a:t>
            </a:r>
          </a:p>
        </p:txBody>
      </p:sp>
      <p:sp>
        <p:nvSpPr>
          <p:cNvPr id="12" name="Text 10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End-to-end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4099" y="969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Workflow used for the Play Store review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939" y="1417320"/>
            <a:ext cx="2157984" cy="1536192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4955" y="1554480"/>
            <a:ext cx="402336" cy="40233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955" y="16276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731" y="1545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3243" y="20208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Extract reviews from Google Play under multiple sort settings.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06947" y="1417320"/>
            <a:ext cx="2157984" cy="1536192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963" y="155448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34963" y="16276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739" y="1545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53251" y="20208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Remove low-value, duplicate, irrelevant, and noisy records.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56955" y="1417320"/>
            <a:ext cx="2157984" cy="1536192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84971" y="1554480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84971" y="16276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78747" y="1545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Label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3259" y="20208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Map ratings to sentiment and assign dominant service themes.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963" y="1417320"/>
            <a:ext cx="2157984" cy="1536192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34979" y="1554480"/>
            <a:ext cx="402336" cy="40233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34979" y="16276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28755" y="1545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Analyze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53267" y="20208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Study sentiment distribution and theme-level customer issues.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56971" y="1417320"/>
            <a:ext cx="2157984" cy="1536192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884987" y="155448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884987" y="162763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78763" y="15453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Recommend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3275" y="202082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Translate findings into brand and customer experience actions.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0120" y="3886200"/>
            <a:ext cx="1024128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207008" y="4261104"/>
            <a:ext cx="9738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Current dataset base: 41,663 unique cleaned Zomato Play Store reviews collected across multiple retrieval settings. Sentiment is derived using a rating proxy, and themes are assigned using transparent rule-based classification.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Pre-processing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How raw reviews became analysis-ready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</a:rPr>
              <a:t>1. Source Review Pools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3317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Google Play reviews under newest, relevant, and rating-based retrieval modes.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English exports into a broader review pool.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1880" y="1097280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2. Cleaning Rules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783080"/>
            <a:ext cx="23317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empty, meta, noisy, and low-value reviews.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irrelevant competitor spillover not tied to the target brand.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text using lowercase conversion, punctuation cleanup, and space compaction.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097280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2084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</a:rPr>
              <a:t>3. Deduplication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23317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remove repeated reviews using unique review IDs across merged exports.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remove repeated content using normalized review text.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analytically stronger rows first by sorting on relevance, thumbs-up count, and score.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72600" y="1097280"/>
            <a:ext cx="2103120" cy="4480560"/>
          </a:xfrm>
          <a:prstGeom prst="roundRect">
            <a:avLst>
              <a:gd name="adj" fmla="val 2609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55548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</a:rPr>
              <a:t>4. Final Structuring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509760" y="1847088"/>
            <a:ext cx="178308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weak sentiment labels from ratings: 1-2 negative, 3 neutral, 4-5 positive.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reviews into standardized business themes such as delivery, refund, pricing, support, and trust.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final master dataset for modeling, insights, and dashboarding.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5715000"/>
            <a:ext cx="1010412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325880" y="5897880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Result: raw multi-source Play Store review pulls (2016-2026) were transformed into one cleaned, deduplicated, labeled Zomato dataset ready for sentiment analysis and dashboard interpretation.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Technique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How sentiment was modeled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931920" cy="4434840"/>
          </a:xfrm>
          <a:prstGeom prst="roundRect">
            <a:avLst>
              <a:gd name="adj" fmla="val 1395"/>
            </a:avLst>
          </a:prstGeom>
          <a:solidFill>
            <a:srgbClr val="EFF6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87552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</a:rPr>
              <a:t>Technique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7830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TF-IDF + Logistic Regression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240280"/>
            <a:ext cx="32461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converts review text into numerical feature vectors based on important words and phrases.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learns how those weighted text features relate to negative, neutral, and positive sentiment.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was used as a baseline machine learning model for the Zomato sentiment analysis stage.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154680" cy="4434840"/>
          </a:xfrm>
          <a:prstGeom prst="roundRect">
            <a:avLst>
              <a:gd name="adj" fmla="val 1739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6636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2352" y="1783080"/>
            <a:ext cx="2542032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on large text datasets with limited computational cost.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Tackles mixed reviews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strong baseline for predicting future reviews</a:t>
            </a:r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</a:rPr>
              <a:t>Model can be extended to predict sentiment where ratings are unavailable, e.g. twitter/X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097280"/>
            <a:ext cx="3246120" cy="4434840"/>
          </a:xfrm>
          <a:prstGeom prst="roundRect">
            <a:avLst>
              <a:gd name="adj" fmla="val 169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85632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</a:rPr>
              <a:t>Example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85632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Review text: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85632" y="2011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72A"/>
                </a:solidFill>
              </a:rPr>
              <a:t>"The app is good but refund process was terrible"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85632" y="2743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Interpretation: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999232"/>
            <a:ext cx="26974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gives weight to terms like app, good, refund, and terrible.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combines those signals and predicts the most likely sentiment class.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approach handles mixed reviews better than simple one-word matching.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8</a:t>
            </a:r>
            <a:endParaRPr lang="en-US" sz="9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461B848-ABDB-65D0-7172-A3B56C3A002A}"/>
              </a:ext>
            </a:extLst>
          </p:cNvPr>
          <p:cNvSpPr/>
          <p:nvPr/>
        </p:nvSpPr>
        <p:spPr>
          <a:xfrm>
            <a:off x="1051560" y="5715000"/>
            <a:ext cx="1010412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354C2E2-461B-9F39-FDF4-B2D8A158E6CF}"/>
              </a:ext>
            </a:extLst>
          </p:cNvPr>
          <p:cNvSpPr/>
          <p:nvPr/>
        </p:nvSpPr>
        <p:spPr>
          <a:xfrm>
            <a:off x="1325880" y="5897880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Python Library: Scikit learn SDK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Outcomes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92440" y="146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6E4F0"/>
                </a:solidFill>
              </a:rPr>
              <a:t>What the study should reveal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view of overall positive, negative, and neutral sentiment toward Zomato.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Identification of the strongest drivers of dissatisfaction such as delivery, refunds, pricing, support, or app issues.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Theme-wise understanding of customer expectations and recurring service pain points.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managerial recommendations for improving customer experience and brand perception.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base for later competitor comparison and dashboard-driven interpretation.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46720" y="5285232"/>
            <a:ext cx="3246120" cy="694944"/>
          </a:xfrm>
          <a:prstGeom prst="roundRect">
            <a:avLst>
              <a:gd name="adj" fmla="val 6579"/>
            </a:avLst>
          </a:prstGeom>
          <a:solidFill>
            <a:srgbClr val="ECFDF5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0" y="550468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Outcome focus: practical business insight, not just model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61320" y="63825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Review 1 |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9921</TotalTime>
  <Words>1058</Words>
  <Application>Microsoft Office PowerPoint</Application>
  <PresentationFormat>Widescreen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Sentiment Analysis for Brand Strategy - Zomato</dc:title>
  <dc:subject>Zomato sentiment analysis presentation</dc:subject>
  <dc:creator>OpenAI Codex</dc:creator>
  <cp:lastModifiedBy>Suhani Shrivastava</cp:lastModifiedBy>
  <cp:revision>17</cp:revision>
  <dcterms:created xsi:type="dcterms:W3CDTF">2026-04-26T07:01:35Z</dcterms:created>
  <dcterms:modified xsi:type="dcterms:W3CDTF">2026-05-03T04:25:28Z</dcterms:modified>
</cp:coreProperties>
</file>