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0974" y="274638"/>
            <a:ext cx="8229600" cy="1143000"/>
          </a:xfrm>
        </p:spPr>
        <p:txBody>
          <a:bodyPr/>
          <a:lstStyle/>
          <a:p>
            <a:r>
              <a:rPr dirty="0"/>
              <a:t>Project Review Presentation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96D451-23B1-68B8-D387-987FE96A3E49}"/>
              </a:ext>
            </a:extLst>
          </p:cNvPr>
          <p:cNvSpPr txBox="1">
            <a:spLocks/>
          </p:cNvSpPr>
          <p:nvPr/>
        </p:nvSpPr>
        <p:spPr>
          <a:xfrm>
            <a:off x="620974" y="6360130"/>
            <a:ext cx="8229600" cy="328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dirty="0">
                <a:solidFill>
                  <a:schemeClr val="tx2"/>
                </a:solidFill>
              </a:rPr>
              <a:t>VIT ONLINE MBA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5DEA11-A423-1633-4803-6D53799C7824}"/>
              </a:ext>
            </a:extLst>
          </p:cNvPr>
          <p:cNvSpPr txBox="1">
            <a:spLocks/>
          </p:cNvSpPr>
          <p:nvPr/>
        </p:nvSpPr>
        <p:spPr>
          <a:xfrm>
            <a:off x="698312" y="4656571"/>
            <a:ext cx="403746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/>
              <a:t>Name:</a:t>
            </a:r>
          </a:p>
          <a:p>
            <a:pPr algn="l"/>
            <a:r>
              <a:rPr lang="en-IN" sz="2800" dirty="0"/>
              <a:t>Roll Number: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AD8715-0353-0425-3FF0-D5C2407EC331}"/>
              </a:ext>
            </a:extLst>
          </p:cNvPr>
          <p:cNvSpPr txBox="1">
            <a:spLocks/>
          </p:cNvSpPr>
          <p:nvPr/>
        </p:nvSpPr>
        <p:spPr>
          <a:xfrm>
            <a:off x="620974" y="231384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Work</a:t>
            </a:r>
            <a:r>
              <a:rPr lang="en-IN" dirty="0"/>
              <a:t> (Overall)</a:t>
            </a:r>
            <a:endParaRPr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A9D3CA4-B1A6-F18D-AA65-6C02730EEC5F}"/>
              </a:ext>
            </a:extLst>
          </p:cNvPr>
          <p:cNvSpPr txBox="1">
            <a:spLocks/>
          </p:cNvSpPr>
          <p:nvPr/>
        </p:nvSpPr>
        <p:spPr>
          <a:xfrm>
            <a:off x="620974" y="6360130"/>
            <a:ext cx="8229600" cy="328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dirty="0">
                <a:solidFill>
                  <a:schemeClr val="tx2"/>
                </a:solidFill>
              </a:rPr>
              <a:t>VIT ONLINE MBA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B9DD0B-0762-F048-0D3C-A64479330463}"/>
              </a:ext>
            </a:extLst>
          </p:cNvPr>
          <p:cNvSpPr txBox="1">
            <a:spLocks/>
          </p:cNvSpPr>
          <p:nvPr/>
        </p:nvSpPr>
        <p:spPr>
          <a:xfrm>
            <a:off x="620974" y="6360130"/>
            <a:ext cx="8229600" cy="328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dirty="0">
                <a:solidFill>
                  <a:schemeClr val="tx2"/>
                </a:solidFill>
              </a:rPr>
              <a:t>VIT ONLINE MBA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&amp; Interpretation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FC02B8-0D4A-D0D4-8493-D5657B9A49D4}"/>
              </a:ext>
            </a:extLst>
          </p:cNvPr>
          <p:cNvSpPr txBox="1">
            <a:spLocks/>
          </p:cNvSpPr>
          <p:nvPr/>
        </p:nvSpPr>
        <p:spPr>
          <a:xfrm>
            <a:off x="620974" y="6360130"/>
            <a:ext cx="8229600" cy="328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dirty="0">
                <a:solidFill>
                  <a:schemeClr val="tx2"/>
                </a:solidFill>
              </a:rPr>
              <a:t>VIT ONLINE MBA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Relevance</a:t>
            </a:r>
            <a:r>
              <a:rPr dirty="0"/>
              <a:t> with Objectives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26D617-6C96-5499-5FA3-04C6F2CFD1DB}"/>
              </a:ext>
            </a:extLst>
          </p:cNvPr>
          <p:cNvSpPr txBox="1">
            <a:spLocks/>
          </p:cNvSpPr>
          <p:nvPr/>
        </p:nvSpPr>
        <p:spPr>
          <a:xfrm>
            <a:off x="620974" y="6360130"/>
            <a:ext cx="8229600" cy="328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400" dirty="0">
                <a:solidFill>
                  <a:schemeClr val="tx2"/>
                </a:solidFill>
              </a:rPr>
              <a:t>VIT ONLINE MBA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Project Review Presentation</vt:lpstr>
      <vt:lpstr>Project Work (Overall)</vt:lpstr>
      <vt:lpstr>Data Collection</vt:lpstr>
      <vt:lpstr>Analysis &amp; Interpretation</vt:lpstr>
      <vt:lpstr>Relevance with Objectives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Suraj P G</cp:lastModifiedBy>
  <cp:revision>5</cp:revision>
  <dcterms:created xsi:type="dcterms:W3CDTF">2013-01-27T09:14:16Z</dcterms:created>
  <dcterms:modified xsi:type="dcterms:W3CDTF">2026-06-01T09:39:05Z</dcterms:modified>
  <cp:category/>
</cp:coreProperties>
</file>